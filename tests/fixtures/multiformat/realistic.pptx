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Protected speaker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Protected speaker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Preserved slide 1</a:t>
            </a:r>
            <a:endParaRPr lang="en-US" sz="2400" dirty="0"/>
          </a:p>
        </p:txBody>
      </p:sp>
      <p:pic>
        <p:nvPicPr>
          <p:cNvPr id="3" name="Image 0" descr="/private/tmp/smaller-multiformat-impl/tests/fixtures/textu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Preserved slide 2</a:t>
            </a:r>
            <a:endParaRPr lang="en-US" sz="2400" dirty="0"/>
          </a:p>
        </p:txBody>
      </p:sp>
      <p:pic>
        <p:nvPicPr>
          <p:cNvPr id="3" name="Image 0" descr="/private/tmp/smaller-multiformat-impl/tests/fixtures/textu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Non-personal fixture</dc:subject>
  <dc:creator>Synthetic QA</dc:creator>
  <cp:lastModifiedBy>Synthetic QA</cp:lastModifiedBy>
  <cp:revision>1</cp:revision>
  <dcterms:created xsi:type="dcterms:W3CDTF">2026-01-01T00:00:00Z</dcterms:created>
  <dcterms:modified xsi:type="dcterms:W3CDTF">2026-01-01T00:00:00Z</dcterms:modified>
</cp:coreProperties>
</file>